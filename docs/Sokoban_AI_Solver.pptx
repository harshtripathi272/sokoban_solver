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Sokoban AI Solver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Algorithms for Puzzle Solving  |  Harsh  |  July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Sokoban and the problem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algorithms: BFS, DFS, A*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overview (backend + frontend)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summary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comparison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Sokoban: player pushes boxes onto goal squares in a warehouse grid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rules, but computationally hard — Sokoban is PSPACE-complete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solver using classical AI search algorithms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is exposed via a REST API and paired with a web interface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animates the solution step by step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BFS, DFS, and A* Search for solving Sokoban puzzles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REST API that solves a puzzle and returns performance stats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UI to pick a level and algorithm, then watch the solution play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algorithm performance across increasing difficulty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architecture with clear separation of concerns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single-page app — renders board, controls, and animation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Flask REST API — solves puzzles, serves levels, validates maps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core: Python module implementing state representation + search algorithms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over HTTP/JSON, CORS enabled for local development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Representation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are text grids using standard Sokoban notation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= wall        @ = player        + = player on goal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 = box          * = box on goal   . = goal square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player position + set of box positions (walls/goals fixed per level)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positions sorted into a tuple so states hash and compare correctly for visited-state tracking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(Breadth-First Search): explores level by level, guarantees shortest solution, high memory use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(Depth-First Search): explores deeply before backtracking, low memory use, not guaranteed optimal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Search: combines cost-so-far with a heuristic estimate to guide the search efficiently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heuristic: sum of Manhattan distances from each box to its nearest goal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algorithms cap exploration at 10,000 nodes to bound runtime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Speed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Flask REST API: parses maps, dispatches to solver, returns results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solver.py — SokobanState + SokobanSolver classes implementing BFS/DFS/A*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levels.py — 16 built-in levels across 4 difficulties (tutorial, easy, medium, hard)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level endpoint avoids repeating the last level served per difficulty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validation checks player count, box count, and goal count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React component (App.js) drives the whole UI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backend connectivity on load and shows API status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user choose difficulty and load a random level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user choose algorithm (A*, BFS, DFS) and request a solution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Animates the returned move sequence with play, pause, and step controls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stats: algorithm, moves, nodes explored, time taken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Summary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/api/solve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 a map with a chosen 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/api/levels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all predefined levels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/api/levels/&lt;difficulty&gt;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 random level for a difficulty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/api/validate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 submitted 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consistently explores fewer nodes than BFS thanks to the Manhattan-distance heuristic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guarantees the shortest solution but explores a much larger state space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uses the least memory but produces longer, less predictable solutions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ordering matches expected theoretical behavior: A* fastest and most efficient, BFS optimal but heavier, DFS lightest but least reliable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deadlock detection — heuristic ignores boxes stuck in unsolvable positions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10,000-node cap can cause very hard puzzles to report no solution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deadlock detection, better heuristics (box-goal matching), IDA*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level editor and persistent storage for user-created puzzles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search algorithms can effectively solve real combinatorial puzzles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Search, guided by an admissible heuristic, gives the best balance of speed and solution quality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delivers a working solver, REST API, and interactive visualization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practical value of informed search over uninformed search for this problem class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Sokoban AI Solver</dc:title>
  <dc:subject>PptxGenJS Presentation</dc:subject>
  <dc:creator>Harsh</dc:creator>
  <cp:lastModifiedBy>Harsh</cp:lastModifiedBy>
  <cp:revision>1</cp:revision>
  <dcterms:created xsi:type="dcterms:W3CDTF">2026-07-02T16:40:44Z</dcterms:created>
  <dcterms:modified xsi:type="dcterms:W3CDTF">2026-07-02T16:40:44Z</dcterms:modified>
</cp:coreProperties>
</file>